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/>
    <p:restoredTop sz="94678"/>
  </p:normalViewPr>
  <p:slideViewPr>
    <p:cSldViewPr snapToGrid="0">
      <p:cViewPr varScale="1">
        <p:scale>
          <a:sx n="59" d="100"/>
          <a:sy n="59" d="100"/>
        </p:scale>
        <p:origin x="10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943C3-1D8C-C64F-AAEC-927ED34783D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33020-E309-544A-B49B-AB168812BF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5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33020-E309-544A-B49B-AB168812BF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73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9803-0B46-7E92-EBFC-D6CDB488F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06E27-9BF7-F971-8939-1EE377D07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B1819-52B9-2DC0-73F1-9B3D0252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757D-42E7-97D2-D2D7-33F017B0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ECFEA-C7BE-C83B-A266-EFFDE4C0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2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DFCE-4081-EA7B-F8B8-CDCE90286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65F1-9D7A-BD5F-FF40-325DDD21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ADF0F-12D7-1CE0-9FD9-DC9717DD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7C21A-BD4B-F0A5-6F12-0AAA8D33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7773-B51A-487D-380C-08BC1BD2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6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92DF-187D-1509-2583-FE74FD9F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DB5A5-7FA9-BE0D-9579-7A0B505B8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0A60A-C868-70BC-A13C-D01DA6E9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31A0F-2DE0-44C6-8B6E-2B671A62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FB65F-84C5-1726-BC7E-21966D6E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6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EAFC-9ABB-A1CE-03B7-F5D766F0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B2B5F-E1B2-1ED9-6451-6C42CB20E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5C422-9251-4D30-1D42-D735B0183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799D2-F803-ADF1-1B1A-3B953D42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1BF6F-471A-3F23-5F16-313A81F4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CA1B9-FBD5-E28E-7080-6A03E51F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0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E218-1D21-EB65-1AE9-C1FA50E4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F39E9-C272-9BAE-346F-5AB7BCAB5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7D9B8-D795-0BC7-151D-2E12748C0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408103-F437-3B5C-A575-81DF62C02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6D3C4-1FF5-BD92-C085-3AC390F1C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A4A2E-5AF8-E9B3-2D57-515C78067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32955F-C63C-6304-4779-A56A6DC4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766E1-10D5-4E3C-213F-A4055DCE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D595-5540-60CE-498D-E777C471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C8133-5A44-EBC0-3851-8F92D220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4F6BB-3D06-8B1F-BFF3-1F76E6AD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67BB2-A49F-C933-4294-26205BE3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15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BA7CF-BD70-FB32-3C2C-F9B0B2E3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E9117-E777-0ED5-585D-835F3A2D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AA2D2-DA51-3206-DEAE-D4CCFD197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E327-FA09-86C2-63CC-C99408F4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2BE73-DAA4-7B92-11ED-399A5CE16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30794-32BD-9767-B429-726EE9623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D90B8-F361-458B-1545-93941FB5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6C9D8-5953-2447-23F1-ECFB1A861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D275F-81B2-2F54-3591-DA8CFBCB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90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5994-6358-20B6-C20F-0856962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6E1A7-C40C-CFB3-F4F6-F62BFDAC1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32142-16B7-1D24-B9A3-F415900F3C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42C89-8CBB-2474-6C29-608EA75F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CD6BD-C32E-FF93-945D-2FE19D18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4B5A2-0E00-84E3-AED5-F33BA7F9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1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DA90-973B-D972-8C22-80404611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4A3B5-8758-0923-1FE6-483BD5683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AC690-7116-CFFD-BF43-CF2DF85E6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FE937-7F6A-54BE-6412-9F4845B2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9EDF4-17D6-28D6-7A3C-10DA6E2C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E4A2E-7080-814E-5347-BEAE14967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6BF7C-E151-1928-CFAF-B3F129C66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DBEE8-CD4A-4D9D-453A-29C1AAB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4D8A-309D-6B47-C628-C133D5BA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27C8C-D2A7-85FE-FEE5-96D1B912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034CB-E301-E59F-ACEF-6EAFA45E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915E4-4F8E-97F0-D914-89B1E6FE8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43510-7F7A-59D2-6265-E0BDA7039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71E24-92FC-9C40-9B21-17CB8AA657D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2B865-4147-58AE-803A-C687E9F1E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0DF22-3DE8-A614-AD1B-8DF7CB35E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5B5EB-95B9-7A4F-934F-C4166BD2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6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urple and pink background&#10;&#10;AI-generated content may be incorrect.">
            <a:extLst>
              <a:ext uri="{FF2B5EF4-FFF2-40B4-BE49-F238E27FC236}">
                <a16:creationId xmlns:a16="http://schemas.microsoft.com/office/drawing/2014/main" id="{020973BE-7EEA-3C23-BBB7-E4E7D6D31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98" y="0"/>
            <a:ext cx="112247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EBFA4E-A3B5-7D99-8BA6-2FA0EE6D5968}"/>
              </a:ext>
            </a:extLst>
          </p:cNvPr>
          <p:cNvSpPr/>
          <p:nvPr/>
        </p:nvSpPr>
        <p:spPr>
          <a:xfrm>
            <a:off x="0" y="0"/>
            <a:ext cx="967299" cy="6858000"/>
          </a:xfrm>
          <a:prstGeom prst="rect">
            <a:avLst/>
          </a:prstGeom>
          <a:solidFill>
            <a:srgbClr val="003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FF"/>
              </a:highlight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2CA0644-DD32-1874-84E2-0BCF5477DB97}"/>
              </a:ext>
            </a:extLst>
          </p:cNvPr>
          <p:cNvSpPr txBox="1">
            <a:spLocks/>
          </p:cNvSpPr>
          <p:nvPr/>
        </p:nvSpPr>
        <p:spPr>
          <a:xfrm>
            <a:off x="1791778" y="872790"/>
            <a:ext cx="7725677" cy="1925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86D52083-BF01-1FE9-0B74-41A6AF06A549}"/>
              </a:ext>
            </a:extLst>
          </p:cNvPr>
          <p:cNvSpPr txBox="1">
            <a:spLocks/>
          </p:cNvSpPr>
          <p:nvPr/>
        </p:nvSpPr>
        <p:spPr>
          <a:xfrm>
            <a:off x="1372229" y="3932458"/>
            <a:ext cx="6676800" cy="10881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latin typeface="Univers for KPMG" panose="020B0603020202020204" pitchFamily="34" charset="0"/>
            </a:endParaRPr>
          </a:p>
        </p:txBody>
      </p:sp>
      <p:pic>
        <p:nvPicPr>
          <p:cNvPr id="14" name="Picture 13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921B6793-B8F1-9D08-0FCF-91604626D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237" y="509436"/>
            <a:ext cx="1911873" cy="72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4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2EEF50-6BEB-D67B-53A5-9D978D4EFB24}"/>
              </a:ext>
            </a:extLst>
          </p:cNvPr>
          <p:cNvSpPr/>
          <p:nvPr/>
        </p:nvSpPr>
        <p:spPr>
          <a:xfrm>
            <a:off x="0" y="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Business Overview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4511FF5-9088-3895-F214-A3E36DB1353B}"/>
              </a:ext>
            </a:extLst>
          </p:cNvPr>
          <p:cNvSpPr txBox="1"/>
          <p:nvPr/>
        </p:nvSpPr>
        <p:spPr>
          <a:xfrm>
            <a:off x="4237398" y="6530097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pic>
        <p:nvPicPr>
          <p:cNvPr id="142" name="Picture 141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3689B629-6528-B000-F3C3-020A0CCE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583" y="68736"/>
            <a:ext cx="1000673" cy="3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3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AFC663-E858-32BF-3FE0-3340345B9763}"/>
              </a:ext>
            </a:extLst>
          </p:cNvPr>
          <p:cNvSpPr/>
          <p:nvPr/>
        </p:nvSpPr>
        <p:spPr>
          <a:xfrm>
            <a:off x="0" y="580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Key Financial Metrics and Growth Story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ECD2ED-372E-7C37-F4FB-4B5CA930C9F9}"/>
              </a:ext>
            </a:extLst>
          </p:cNvPr>
          <p:cNvSpPr txBox="1"/>
          <p:nvPr/>
        </p:nvSpPr>
        <p:spPr>
          <a:xfrm>
            <a:off x="4132468" y="6528518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pic>
        <p:nvPicPr>
          <p:cNvPr id="49" name="Picture 4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66BDD94F-BB50-A926-2031-74F9568FC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417" y="78606"/>
            <a:ext cx="1000673" cy="3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15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2079CC-5E45-A219-07A6-460996A50292}"/>
              </a:ext>
            </a:extLst>
          </p:cNvPr>
          <p:cNvSpPr/>
          <p:nvPr/>
        </p:nvSpPr>
        <p:spPr>
          <a:xfrm>
            <a:off x="0" y="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Investment Highlights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045745-762D-3EBA-A2B0-A4959BA4BCE3}"/>
              </a:ext>
            </a:extLst>
          </p:cNvPr>
          <p:cNvSpPr txBox="1"/>
          <p:nvPr/>
        </p:nvSpPr>
        <p:spPr>
          <a:xfrm>
            <a:off x="4237398" y="6530097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pic>
        <p:nvPicPr>
          <p:cNvPr id="39" name="Picture 3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2920533-ABE5-08D3-EDF1-E02A5848D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583" y="68736"/>
            <a:ext cx="1000673" cy="38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60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DAA238-C132-454F-09AF-7E7B5D790A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B51DF-1E44-87DF-7A87-C5506EAD501D}"/>
              </a:ext>
            </a:extLst>
          </p:cNvPr>
          <p:cNvSpPr txBox="1"/>
          <p:nvPr/>
        </p:nvSpPr>
        <p:spPr>
          <a:xfrm>
            <a:off x="3882396" y="6508582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chemeClr val="bg1"/>
                </a:solidFill>
                <a:latin typeface="Arial"/>
              </a:rPr>
              <a:t>Strictly Private &amp; Confidential – Prepared by Kelp M&amp;A Team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0" name="Picture 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05372E9D-084E-73CB-B9BE-BEF5B3ECE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16" y="703074"/>
            <a:ext cx="1911873" cy="72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2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</Words>
  <Application>Microsoft Office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Univers for KPMG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Masirkar</dc:creator>
  <cp:lastModifiedBy>Priya Nemani</cp:lastModifiedBy>
  <cp:revision>5</cp:revision>
  <dcterms:created xsi:type="dcterms:W3CDTF">2025-12-09T06:32:58Z</dcterms:created>
  <dcterms:modified xsi:type="dcterms:W3CDTF">2026-02-06T10:31:23Z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6a7595-482c-4aab-9350-e116d929b5f6_Enabled">
    <vt:lpwstr>true</vt:lpwstr>
  </property>
  <property fmtid="{D5CDD505-2E9C-101B-9397-08002B2CF9AE}" pid="3" name="MSIP_Label_8a6a7595-482c-4aab-9350-e116d929b5f6_SetDate">
    <vt:lpwstr>2025-12-09T09:06:55Z</vt:lpwstr>
  </property>
  <property fmtid="{D5CDD505-2E9C-101B-9397-08002B2CF9AE}" pid="4" name="MSIP_Label_8a6a7595-482c-4aab-9350-e116d929b5f6_Method">
    <vt:lpwstr>Standard</vt:lpwstr>
  </property>
  <property fmtid="{D5CDD505-2E9C-101B-9397-08002B2CF9AE}" pid="5" name="MSIP_Label_8a6a7595-482c-4aab-9350-e116d929b5f6_Name">
    <vt:lpwstr>General</vt:lpwstr>
  </property>
  <property fmtid="{D5CDD505-2E9C-101B-9397-08002B2CF9AE}" pid="6" name="MSIP_Label_8a6a7595-482c-4aab-9350-e116d929b5f6_SiteId">
    <vt:lpwstr>311834f4-5f64-42d1-956a-590577219596</vt:lpwstr>
  </property>
  <property fmtid="{D5CDD505-2E9C-101B-9397-08002B2CF9AE}" pid="7" name="MSIP_Label_8a6a7595-482c-4aab-9350-e116d929b5f6_ActionId">
    <vt:lpwstr>5fd6f838-265f-4782-b68b-5139c9603eea</vt:lpwstr>
  </property>
  <property fmtid="{D5CDD505-2E9C-101B-9397-08002B2CF9AE}" pid="8" name="MSIP_Label_8a6a7595-482c-4aab-9350-e116d929b5f6_ContentBits">
    <vt:lpwstr>0</vt:lpwstr>
  </property>
  <property fmtid="{D5CDD505-2E9C-101B-9397-08002B2CF9AE}" pid="9" name="MSIP_Label_8a6a7595-482c-4aab-9350-e116d929b5f6_Tag">
    <vt:lpwstr>50, 3, 0, 1</vt:lpwstr>
  </property>
</Properties>
</file>