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From Operations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2658.401</c:v>
                </c:pt>
                <c:pt idx="1">
                  <c:v>2367.865</c:v>
                </c:pt>
                <c:pt idx="2">
                  <c:v>2366.5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The Company Forge Ltd. is a leading Indian engineering company specializing in high-quality forged, machined, 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Operates a scalable and quality-driven manufacturing platform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Strong presence across domestic and export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Products &amp; End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**Engine** (Turbocharger parts, Engine components)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**Driveline** (Transmission parts, Axle parts)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**Industrial** (Components for construction, mining, infrastructure, power, marine, railways, agriculture)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- **Manufacturing Services** (Hot forging, Cold and warm forging, Precision machining and finishing, Heat trea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Automotive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Construction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Mining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Financial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920240"/>
          <a:ext cx="47548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8288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Revenue From Operations shows steady trend over last 3 years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Operational leverage improving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Disciplined cost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SOURCE | MARKET | REGION | DATE | CURRENT MARKET SIZE | GROWTH (%) |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|---|---|---|---|---|---|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Grand View Research | Automotive Aftermarket Industry Size Share And | Global | 2025 | $ 468.91B (2024) | 3.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| Mordor Intelligence | India Automotive Parts Die Casting Market | India | 2024 | $ 228.45 million (2024) |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44F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B244F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Strong manufacturing and execution capabilities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Diversified customer base with marquee OEMs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Visible growth pipeline and export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Robust governance and compliance framework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Continuous capacity expansion</a:t>
            </a:r>
          </a:p>
          <a:p>
            <a:pPr lvl="1">
              <a:spcAft>
                <a:spcPts val="1000"/>
              </a:spcAft>
              <a:defRPr sz="1100">
                <a:solidFill>
                  <a:srgbClr val="404040"/>
                </a:solidFill>
                <a:latin typeface="Arial"/>
              </a:defRPr>
            </a:pPr>
            <a:r>
              <a:t>Attractive long-term demand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309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