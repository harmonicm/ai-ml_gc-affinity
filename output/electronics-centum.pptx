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From Operations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9229.69</c:v>
                </c:pt>
                <c:pt idx="1">
                  <c:v>10908.2</c:v>
                </c:pt>
                <c:pt idx="2">
                  <c:v>11554.17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The Company Electronics is a diversified electronics company based in India, specializing in high-technology 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Operates a scalable and quality-driven manufacturing platform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presence across domestic and export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Products &amp; End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**Flexible Engagement Models** (Consulting Services, Fixed Price Projects, Turnkey Build-To-Spec Contracts)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**Passenger Information Systems** (Real-time Information Access, Security for Rail Transportation)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**Strategic Electronics** (Customized Products for Defence, Space Applications)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**Electronics Manufacturing Solutions** (Line Replaceable Units, System Integration, PCBA, Test Services, 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Aerospace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Defence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Space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Medical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Financial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8288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Revenue From Operations shows steady trend over last 3 years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Operational leverage improving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Disciplined cost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SOURCE | MARKET | REGION | DATE | CURRENT MARKET SIZE | GROWTH (%)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|---|---|---|---|---|---|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The Business Research Company | Engineering Services Market Report | Global | 2025 | $1.11 trillion (2024)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TechSci Research | India Test And Measurement Market | India | 2023 | $ 390.77M (2022) | 4.33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manufacturing and execution capabilities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Diversified customer base with marquee OEMs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Visible growth pipeline and export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Robust governance and compliance framework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Continuous capacity expansion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Attractive long-term 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