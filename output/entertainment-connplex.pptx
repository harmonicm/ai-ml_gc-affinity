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From Operations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253.7</c:v>
                </c:pt>
                <c:pt idx="1">
                  <c:v>611.5</c:v>
                </c:pt>
                <c:pt idx="2">
                  <c:v>959.9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VCS Industries Inc. is a leading company revolutionizing the cinematic experience through its ConnPlex brand m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Operates a scalable and quality-driven manufacturing platform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presence across domestic and export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Products &amp; End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**Cinematic Experience** (ConnPlex brand multiplexes)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**Management Services** (Ticketing and Box Office Services, Food and Beverage Services, Marketing and Advert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Financial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920240"/>
          <a:ext cx="47548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8288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Revenue From Operations shows steady trend over last 3 years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Operational leverage improving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Disciplined cost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SOURCE | MARKET | REGION | DATE | CURRENT MARKET SIZE | GROWTH (%)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|---|---|---|---|---|---|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TechNavio | Corporate Entertainment Market 2025 2029 | Global | 2025 | - | 5.1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TechSci Research | India Ott Media Services Market Region | India | 2025 | $ 1.51B (2024) | 13.45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manufacturing and execution capabilities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Diversified customer base with marquee OEMs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Visible growth pipeline and export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Robust governance and compliance framework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Continuous capacity expansion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Attractive long-term demand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