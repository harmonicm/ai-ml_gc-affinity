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From Operations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17231.7</c:v>
                </c:pt>
                <c:pt idx="1">
                  <c:v>16979.9</c:v>
                </c:pt>
                <c:pt idx="2">
                  <c:v>15100.1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Allcargo The Company is a leading logistics and supply chain management company in India, specializing in expr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**Express Distribution** (Ground Express, Air Express, Retail Services)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**Supply Chain** (Contract Logistics, Transportation Management, In-Plant Management, Distribution Inbound L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**Warehousing** (Storage Solutions)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**Technology** (Real-time Shipment Visibility, Advanced Tracking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Chemical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Automotive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Retail &amp; Fashion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Revenue From Operations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Grand View Research | Supply Chain Management Market Size Share And | Global | 2022 | $ 20296.1M (2022) | 10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Mordor Intelligence | India Intra City Logistics Market Growth | India | 2023 | $ 1.48B (2023) | 5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