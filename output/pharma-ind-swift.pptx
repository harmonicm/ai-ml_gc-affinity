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EBITDA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494.20000000000016</c:v>
                </c:pt>
                <c:pt idx="1">
                  <c:v>420.3329999999999</c:v>
                </c:pt>
                <c:pt idx="2">
                  <c:v>485.1360000000003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IndSwift Ltd is a leading Indian pharmaceutical company specializing in the development, manufacturing, and ma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**Noble Division**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**Nova Division**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**Ethical Division**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**Generic Division**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Operating EBITDA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Expert Market Research | India Plant Based Nutraceuticals Market Report | India | 2025 | $ 100M (2024) | 15 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TechSci Research | India Nutraceutical Market | India | 2024 | $ 6.11B (2024) | 11.39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