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From Operations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783.116</c:v>
                </c:pt>
                <c:pt idx="1">
                  <c:v>1086.4</c:v>
                </c:pt>
                <c:pt idx="2">
                  <c:v>1374.3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The Company India Limited is a prominent software development company specializing in advanced technologies su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Operates a scalable and quality-driven manufacturing platform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presence across domestic and export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Products &amp; End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**AI ML**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**Big Data**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**Salesforce**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**DevOps**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Big Data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Machine Learning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Salesforce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Odoo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Financial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920240"/>
          <a:ext cx="47548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8288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Revenue From Operations shows steady trend over last 3 years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Operational leverage improving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Disciplined cost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SOURCE | MARKET | REGION | DATE | CURRENT MARKET SIZE | GROWTH (%) 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|---|---|---|---|---|---|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Marqual IT Solutions Pvt. Ltd (KBV Research) | Asia Pacific Custom Software Development Market | Asia Pacifi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TechSci Research | India Data Storage Market | India | 2025 | $ 22.80B (2024) | 14.11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manufacturing and execution capabilities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Diversified customer base with marquee OEMs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Visible growth pipeline and export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Robust governance and compliance framework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Continuous capacity expansion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Attractive long-term demand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